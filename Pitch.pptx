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Libre Franklin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CVj4HW81YeR2y80eP5Tr+WiPD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ibreFranklin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ibreFranklin-italic.fntdata"/><Relationship Id="rId6" Type="http://schemas.openxmlformats.org/officeDocument/2006/relationships/slide" Target="slides/slide2.xml"/><Relationship Id="rId18" Type="http://schemas.openxmlformats.org/officeDocument/2006/relationships/font" Target="fonts/LibreFranklin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" name="Google Shape;20;p14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1" name="Google Shape;21;p14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2" name="Google Shape;22;p14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:\Anderson\MateriaisAulas\FATEC\Coordenação\logos\logoFatec.png" id="23" name="Google Shape;2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036" y="62635"/>
            <a:ext cx="1414156" cy="62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24" name="Google Shape;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9091" y="-30018"/>
            <a:ext cx="5378390" cy="1152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32" name="Google Shape;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rgbClr val="D0D0CE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ibre Franklin"/>
              <a:buNone/>
              <a:defRPr sz="72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" name="Google Shape;39;p16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pic>
        <p:nvPicPr>
          <p:cNvPr descr="Logotipo&#10;&#10;Descrição gerada automaticamente" id="40" name="Google Shape;4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41" name="Google Shape;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089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49" name="Google Shape;4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50" name="Google Shape;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60" name="Google Shape;6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61" name="Google Shape;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67" name="Google Shape;6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68" name="Google Shape;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73" name="Google Shape;7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74" name="Google Shape;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21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tipo&#10;&#10;Descrição gerada automaticamente" id="84" name="Google Shape;8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85" name="Google Shape;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2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/>
          <p:nvPr>
            <p:ph idx="2" type="pic"/>
          </p:nvPr>
        </p:nvSpPr>
        <p:spPr>
          <a:xfrm>
            <a:off x="5532120" y="531379"/>
            <a:ext cx="6659880" cy="632662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22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tipo&#10;&#10;Descrição gerada automaticamente"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96" name="Google Shape;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104" name="Google Shape;1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&#10;&#10;Descrição gerada automaticamente" id="111" name="Google Shape;11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112" name="Google Shape;1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13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tipo&#10;&#10;Descrição gerada automaticamente" id="12" name="Google Shape;1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3845" y="-22802"/>
            <a:ext cx="2586472" cy="5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Anderson\MateriaisAulas\FATEC\Coordenação\logos\logoFatec.png"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35859" y="-22802"/>
            <a:ext cx="1073754" cy="47307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</a:pPr>
            <a:r>
              <a:rPr lang="pt-BR"/>
              <a:t>SISTEMA WEB DE GESTÃO DE PESQUISAS POR QUESTIONÁRIOS</a:t>
            </a:r>
            <a:endParaRPr/>
          </a:p>
        </p:txBody>
      </p:sp>
      <p:sp>
        <p:nvSpPr>
          <p:cNvPr id="118" name="Google Shape;118;p1"/>
          <p:cNvSpPr txBox="1"/>
          <p:nvPr>
            <p:ph idx="1" type="subTitle"/>
          </p:nvPr>
        </p:nvSpPr>
        <p:spPr>
          <a:xfrm>
            <a:off x="2187388" y="3956279"/>
            <a:ext cx="7324191" cy="16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pt-BR" sz="2800"/>
              <a:t>Geovanna, Giulia, Isabela, Rafaela e Yara</a:t>
            </a:r>
            <a:endParaRPr/>
          </a:p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pt-BR"/>
              <a:t>Pitch de Proposta de Solução</a:t>
            </a:r>
            <a:endParaRPr/>
          </a:p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O Problema</a:t>
            </a:r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Dificuldade em gerenciar pesquisas institucionais de forma organizada.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Necessidade de garantir o anonimato dos participantes.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Risco de respostas duplicadas que comprometem os resultados.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Falta de controle sobre a participação dos respondentes.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Necessidade de armazenar e analisar dados de forma segura.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Ausência de relatórios automáticos para apoiar a tomada de decisões.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A Oportunidade</a:t>
            </a:r>
            <a:endParaRPr/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1371601" y="2400294"/>
            <a:ext cx="10322100" cy="8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Crescente uso de pesquisas online em instituições.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Necessidade de obter dados confiáveis para tomada de decisões.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Falta de ferramentas que conciliem anonimato e controle de acesso.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Demanda por soluções simples, seguras e acessíveis.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Possibilidade de aplicação em escolas, faculdades e empresas.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A Solução</a:t>
            </a:r>
            <a:endParaRPr/>
          </a:p>
        </p:txBody>
      </p:sp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Sistema web para criação e aplicação de questionários.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Geração de senhas anônimas e exclusivas.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Controle de acesso e prevenção de respostas duplicadas.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Armazenamento seguro das respostas.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Geração automática de relatórios estatísticos.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Diferenciais da Solução</a:t>
            </a:r>
            <a:endParaRPr/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Garantia de anonimato dos participantes.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Controle de respostas duplicadas.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Relatórios estatísticos automáticos.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Questionários personalizados por categoria.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Como Funciona</a:t>
            </a:r>
            <a:endParaRPr/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8890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pt-BR"/>
              <a:t>     O funcionamento </a:t>
            </a:r>
            <a:r>
              <a:rPr lang="pt-BR"/>
              <a:t> do sistema inicia-se com o cadastro da pesquisa e a criação do questionário pelo administrador. Em seguida, são definidas as categorias de participantes e geradas senhas únicas de acesso, que são distribuídas aos respondentes. Os participantes utilizam essas senhas para acessar e responder aos questionários de forma anônima. Após o envio das respostas, o sistema realiza o armazenamento dos dados e impede novas submissões utilizando a mesma senha. Por fim, as informações coletadas podem ser acompanhadas por meio de dashboards e relatórios, permitindo a análise dos resultados obtidos de maneira organizada e segura.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Público-Alvo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1087120" y="21717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pt-BR"/>
              <a:t>     O </a:t>
            </a:r>
            <a:r>
              <a:rPr lang="pt-BR"/>
              <a:t>público-alvo do sistema é composto por instituições de ensino, empresas, organizações e pesquisadores que necessitam aplicar questionários online com segurança, anonimato e controle dos participantes, garantindo maior confiabilidade dos dados coletados.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Benefícios</a:t>
            </a:r>
            <a:endParaRPr/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1371600" y="1638299"/>
            <a:ext cx="96012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pt-BR"/>
              <a:t>Para a Instituição :O sistema proporciona maior controle sobre a aplicação das pesquisas, permitindo organizar os participantes por categorias e acompanhar o andamento das respostas em tempo real. Além disso, contribui para a obtenção de dados mais confiáveis por meio do bloqueio de respostas duplicadas e do uso de senhas únicas de acesso. Os dashboards e relatórios também facilitam a análise das informações coletadas, auxiliando na tomada de decisões e no planejamento de ações com base nos resultados obtido</a:t>
            </a:r>
            <a:r>
              <a:rPr lang="pt-BR"/>
              <a:t>s.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pt-BR"/>
              <a:t>Para os participantes:Para os participantes, o sistema oferece uma forma simples e segura de responder aos questionários. O uso de senhas únicas permite a participação sem a necessidade de identificação pessoal, preservando o anonimato e garantindo maior privacidade.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Viabilidade Técnica (Tecnologias)</a:t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1371600" y="21717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b="1" lang="pt-BR"/>
              <a:t>Viabilidade</a:t>
            </a:r>
            <a:r>
              <a:rPr lang="pt-BR"/>
              <a:t> </a:t>
            </a:r>
            <a:r>
              <a:rPr b="1" lang="pt-BR"/>
              <a:t>Técnica</a:t>
            </a:r>
            <a:r>
              <a:rPr lang="pt-BR"/>
              <a:t> </a:t>
            </a:r>
            <a:r>
              <a:rPr b="1" lang="pt-BR"/>
              <a:t>(Tecnologias)</a:t>
            </a:r>
            <a:endParaRPr b="1"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Frontend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HTML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CSS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JavaScript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Backend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PHP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/>
          </a:p>
          <a:p>
            <a:pPr indent="0" lvl="0" marL="1270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b="1" lang="pt-BR"/>
              <a:t>Banco de Dados</a:t>
            </a:r>
            <a:endParaRPr b="1"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MySQL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b="1" lang="pt-BR"/>
              <a:t>Infraestrutura</a:t>
            </a:r>
            <a:endParaRPr b="1"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Arquitetura cliente-servidor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Hospedagem web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Navegadores modernos (Chrome, Firefox, Edge e Safari)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b="1" lang="pt-BR"/>
              <a:t>Segurança</a:t>
            </a:r>
            <a:endParaRPr b="1"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Criptografia de senhas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Validação de acesso</a:t>
            </a:r>
            <a:endParaRPr/>
          </a:p>
          <a:p>
            <a:pPr indent="-317183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ct val="90000"/>
              <a:buChar char="■"/>
            </a:pPr>
            <a:r>
              <a:rPr lang="pt-BR"/>
              <a:t>Bloqueio de respostas duplicadas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MVP – Produto Mínimo Viável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pt-BR"/>
              <a:t>Funcionalidades da primeira versão: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Cadastro de pesquisas.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Criação de questionários.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Cadastro de perguntas e alternativas.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Geração de senhas anônimas.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Resposta aos questionários via senha.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Registro das respostas.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Controle para impedir reutilização de senhas.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Relatórios estatísticos básicos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Evolução Futura</a:t>
            </a:r>
            <a:endParaRPr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Dashboard com gráficos interativos.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Exportação de resultados em PDF e Excel.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Envio automático de convites por e-mail.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Questionários com lógica condicional.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Recursos de acessibilidade.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Aplicativo mobile.</a:t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Integração com sistemas institucionais.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O sistema propõe uma forma segura e organizada de realizar pesquisas.</a:t>
            </a:r>
            <a:endParaRPr/>
          </a:p>
          <a:p>
            <a:pPr indent="0" lvl="0" marL="1270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Garante anonimato sem comprometer a confiabilidade dos dados.</a:t>
            </a:r>
            <a:endParaRPr/>
          </a:p>
          <a:p>
            <a:pPr indent="0" lvl="0" marL="1270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Evita respostas duplicadas por meio de senhas únicas.</a:t>
            </a:r>
            <a:endParaRPr/>
          </a:p>
          <a:p>
            <a:pPr indent="0" lvl="0" marL="1270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Auxilia instituições na coleta e análise de informações.</a:t>
            </a:r>
            <a:endParaRPr/>
          </a:p>
          <a:p>
            <a:pPr indent="0" lvl="0" marL="1270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/>
              <a:t>Apresenta potencial para futuras expansões e melhorias.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tar">
  <a:themeElements>
    <a:clrScheme name="Cortar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2023-06-14T22:17:51Z</dcterms:created>
  <dc:creator>Anderson Pazin</dc:creator>
</cp:coreProperties>
</file>